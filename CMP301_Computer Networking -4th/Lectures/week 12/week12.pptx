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9" r:id="rId2"/>
    <p:sldId id="256" r:id="rId3"/>
    <p:sldId id="258" r:id="rId4"/>
    <p:sldId id="257"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0" d="100"/>
          <a:sy n="80" d="100"/>
        </p:scale>
        <p:origin x="71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FE4736-23F0-4449-805E-66BE0F5ED702}" type="doc">
      <dgm:prSet loTypeId="urn:microsoft.com/office/officeart/2005/8/layout/orgChart1" loCatId="hierarchy" qsTypeId="urn:microsoft.com/office/officeart/2005/8/quickstyle/simple5" qsCatId="simple" csTypeId="urn:microsoft.com/office/officeart/2005/8/colors/accent5_2" csCatId="accent5"/>
      <dgm:spPr/>
      <dgm:t>
        <a:bodyPr/>
        <a:lstStyle/>
        <a:p>
          <a:endParaRPr lang="en-US"/>
        </a:p>
      </dgm:t>
    </dgm:pt>
    <dgm:pt modelId="{939322D1-F159-434E-B567-D7E6DF29BBD6}">
      <dgm:prSet/>
      <dgm:spPr/>
      <dgm:t>
        <a:bodyPr/>
        <a:lstStyle/>
        <a:p>
          <a:r>
            <a:rPr lang="en-US" b="1"/>
            <a:t>Week 12</a:t>
          </a:r>
          <a:endParaRPr lang="en-US"/>
        </a:p>
      </dgm:t>
    </dgm:pt>
    <dgm:pt modelId="{82CB09B7-2773-4281-A9A1-9EDC3C6C1131}" type="parTrans" cxnId="{EA41449D-F90F-4797-8781-D4FFE580C133}">
      <dgm:prSet/>
      <dgm:spPr/>
      <dgm:t>
        <a:bodyPr/>
        <a:lstStyle/>
        <a:p>
          <a:endParaRPr lang="en-US"/>
        </a:p>
      </dgm:t>
    </dgm:pt>
    <dgm:pt modelId="{8949CB7C-A5AA-4EC8-B57D-DDF23B8B3F5B}" type="sibTrans" cxnId="{EA41449D-F90F-4797-8781-D4FFE580C133}">
      <dgm:prSet/>
      <dgm:spPr/>
      <dgm:t>
        <a:bodyPr/>
        <a:lstStyle/>
        <a:p>
          <a:endParaRPr lang="en-US"/>
        </a:p>
      </dgm:t>
    </dgm:pt>
    <dgm:pt modelId="{1E53DE03-0251-4BEF-9861-F8A877963531}">
      <dgm:prSet/>
      <dgm:spPr/>
      <dgm:t>
        <a:bodyPr/>
        <a:lstStyle/>
        <a:p>
          <a:r>
            <a:rPr lang="en-US" b="1"/>
            <a:t>Professional Associations</a:t>
          </a:r>
          <a:endParaRPr lang="en-US"/>
        </a:p>
      </dgm:t>
    </dgm:pt>
    <dgm:pt modelId="{EB15FAA5-F9C8-4623-A99C-75C068268707}" type="parTrans" cxnId="{CACD983B-E0B1-4AED-8BCE-2A5E97E573CA}">
      <dgm:prSet/>
      <dgm:spPr/>
      <dgm:t>
        <a:bodyPr/>
        <a:lstStyle/>
        <a:p>
          <a:endParaRPr lang="en-US"/>
        </a:p>
      </dgm:t>
    </dgm:pt>
    <dgm:pt modelId="{A05F4495-2D31-40B5-B956-665DB1D19E87}" type="sibTrans" cxnId="{CACD983B-E0B1-4AED-8BCE-2A5E97E573CA}">
      <dgm:prSet/>
      <dgm:spPr/>
      <dgm:t>
        <a:bodyPr/>
        <a:lstStyle/>
        <a:p>
          <a:endParaRPr lang="en-US"/>
        </a:p>
      </dgm:t>
    </dgm:pt>
    <dgm:pt modelId="{218A913A-3E9F-4E38-915E-21F7F62DDD02}" type="pres">
      <dgm:prSet presAssocID="{D9FE4736-23F0-4449-805E-66BE0F5ED702}" presName="hierChild1" presStyleCnt="0">
        <dgm:presLayoutVars>
          <dgm:orgChart val="1"/>
          <dgm:chPref val="1"/>
          <dgm:dir/>
          <dgm:animOne val="branch"/>
          <dgm:animLvl val="lvl"/>
          <dgm:resizeHandles/>
        </dgm:presLayoutVars>
      </dgm:prSet>
      <dgm:spPr/>
    </dgm:pt>
    <dgm:pt modelId="{8ECC073E-FDFB-4A22-AAEC-AD3DCEFB0F82}" type="pres">
      <dgm:prSet presAssocID="{939322D1-F159-434E-B567-D7E6DF29BBD6}" presName="hierRoot1" presStyleCnt="0">
        <dgm:presLayoutVars>
          <dgm:hierBranch val="init"/>
        </dgm:presLayoutVars>
      </dgm:prSet>
      <dgm:spPr/>
    </dgm:pt>
    <dgm:pt modelId="{F3D6E7B1-66A9-47E9-9912-B47C920EBA67}" type="pres">
      <dgm:prSet presAssocID="{939322D1-F159-434E-B567-D7E6DF29BBD6}" presName="rootComposite1" presStyleCnt="0"/>
      <dgm:spPr/>
    </dgm:pt>
    <dgm:pt modelId="{3F48D74A-2454-4562-B47E-1BE1785C7141}" type="pres">
      <dgm:prSet presAssocID="{939322D1-F159-434E-B567-D7E6DF29BBD6}" presName="rootText1" presStyleLbl="node0" presStyleIdx="0" presStyleCnt="2">
        <dgm:presLayoutVars>
          <dgm:chPref val="3"/>
        </dgm:presLayoutVars>
      </dgm:prSet>
      <dgm:spPr/>
    </dgm:pt>
    <dgm:pt modelId="{9FFC452B-620F-4C44-8E0E-CBB1EC03649E}" type="pres">
      <dgm:prSet presAssocID="{939322D1-F159-434E-B567-D7E6DF29BBD6}" presName="rootConnector1" presStyleLbl="node1" presStyleIdx="0" presStyleCnt="0"/>
      <dgm:spPr/>
    </dgm:pt>
    <dgm:pt modelId="{680F603E-3039-4024-BF9F-AD48412F2771}" type="pres">
      <dgm:prSet presAssocID="{939322D1-F159-434E-B567-D7E6DF29BBD6}" presName="hierChild2" presStyleCnt="0"/>
      <dgm:spPr/>
    </dgm:pt>
    <dgm:pt modelId="{7B57444D-5FBC-4BD2-A809-377D87500B72}" type="pres">
      <dgm:prSet presAssocID="{939322D1-F159-434E-B567-D7E6DF29BBD6}" presName="hierChild3" presStyleCnt="0"/>
      <dgm:spPr/>
    </dgm:pt>
    <dgm:pt modelId="{47494551-6DC5-46F4-9B0E-B273F75DF5F1}" type="pres">
      <dgm:prSet presAssocID="{1E53DE03-0251-4BEF-9861-F8A877963531}" presName="hierRoot1" presStyleCnt="0">
        <dgm:presLayoutVars>
          <dgm:hierBranch val="init"/>
        </dgm:presLayoutVars>
      </dgm:prSet>
      <dgm:spPr/>
    </dgm:pt>
    <dgm:pt modelId="{6F1A4DE4-0B59-4CAC-8B62-31A96E298E6F}" type="pres">
      <dgm:prSet presAssocID="{1E53DE03-0251-4BEF-9861-F8A877963531}" presName="rootComposite1" presStyleCnt="0"/>
      <dgm:spPr/>
    </dgm:pt>
    <dgm:pt modelId="{E50C49BB-B186-47BB-B41E-4AF962643CD0}" type="pres">
      <dgm:prSet presAssocID="{1E53DE03-0251-4BEF-9861-F8A877963531}" presName="rootText1" presStyleLbl="node0" presStyleIdx="1" presStyleCnt="2">
        <dgm:presLayoutVars>
          <dgm:chPref val="3"/>
        </dgm:presLayoutVars>
      </dgm:prSet>
      <dgm:spPr/>
    </dgm:pt>
    <dgm:pt modelId="{07CB91E3-4166-410A-B0FD-0476D52289AF}" type="pres">
      <dgm:prSet presAssocID="{1E53DE03-0251-4BEF-9861-F8A877963531}" presName="rootConnector1" presStyleLbl="node1" presStyleIdx="0" presStyleCnt="0"/>
      <dgm:spPr/>
    </dgm:pt>
    <dgm:pt modelId="{C4B01383-F387-4B4E-9ED5-88A8502EA8F5}" type="pres">
      <dgm:prSet presAssocID="{1E53DE03-0251-4BEF-9861-F8A877963531}" presName="hierChild2" presStyleCnt="0"/>
      <dgm:spPr/>
    </dgm:pt>
    <dgm:pt modelId="{FA65936C-1E89-4D9A-9582-30CEF844C875}" type="pres">
      <dgm:prSet presAssocID="{1E53DE03-0251-4BEF-9861-F8A877963531}" presName="hierChild3" presStyleCnt="0"/>
      <dgm:spPr/>
    </dgm:pt>
  </dgm:ptLst>
  <dgm:cxnLst>
    <dgm:cxn modelId="{CACD983B-E0B1-4AED-8BCE-2A5E97E573CA}" srcId="{D9FE4736-23F0-4449-805E-66BE0F5ED702}" destId="{1E53DE03-0251-4BEF-9861-F8A877963531}" srcOrd="1" destOrd="0" parTransId="{EB15FAA5-F9C8-4623-A99C-75C068268707}" sibTransId="{A05F4495-2D31-40B5-B956-665DB1D19E87}"/>
    <dgm:cxn modelId="{D7EA2677-012C-4B36-B459-C9A91604C58A}" type="presOf" srcId="{1E53DE03-0251-4BEF-9861-F8A877963531}" destId="{07CB91E3-4166-410A-B0FD-0476D52289AF}" srcOrd="1" destOrd="0" presId="urn:microsoft.com/office/officeart/2005/8/layout/orgChart1"/>
    <dgm:cxn modelId="{6D2F1697-9D06-4455-A461-61559C44CD9F}" type="presOf" srcId="{1E53DE03-0251-4BEF-9861-F8A877963531}" destId="{E50C49BB-B186-47BB-B41E-4AF962643CD0}" srcOrd="0" destOrd="0" presId="urn:microsoft.com/office/officeart/2005/8/layout/orgChart1"/>
    <dgm:cxn modelId="{EA41449D-F90F-4797-8781-D4FFE580C133}" srcId="{D9FE4736-23F0-4449-805E-66BE0F5ED702}" destId="{939322D1-F159-434E-B567-D7E6DF29BBD6}" srcOrd="0" destOrd="0" parTransId="{82CB09B7-2773-4281-A9A1-9EDC3C6C1131}" sibTransId="{8949CB7C-A5AA-4EC8-B57D-DDF23B8B3F5B}"/>
    <dgm:cxn modelId="{6E5E40B1-E91D-4563-A718-9FCC92936417}" type="presOf" srcId="{939322D1-F159-434E-B567-D7E6DF29BBD6}" destId="{9FFC452B-620F-4C44-8E0E-CBB1EC03649E}" srcOrd="1" destOrd="0" presId="urn:microsoft.com/office/officeart/2005/8/layout/orgChart1"/>
    <dgm:cxn modelId="{535D8DDC-F716-4D31-BA3D-A721BDB6802F}" type="presOf" srcId="{939322D1-F159-434E-B567-D7E6DF29BBD6}" destId="{3F48D74A-2454-4562-B47E-1BE1785C7141}" srcOrd="0" destOrd="0" presId="urn:microsoft.com/office/officeart/2005/8/layout/orgChart1"/>
    <dgm:cxn modelId="{AE47E4DD-220C-43D5-B060-C8EA7FA7AFC5}" type="presOf" srcId="{D9FE4736-23F0-4449-805E-66BE0F5ED702}" destId="{218A913A-3E9F-4E38-915E-21F7F62DDD02}" srcOrd="0" destOrd="0" presId="urn:microsoft.com/office/officeart/2005/8/layout/orgChart1"/>
    <dgm:cxn modelId="{8A007BC1-E738-4F06-87C4-C167805A7D64}" type="presParOf" srcId="{218A913A-3E9F-4E38-915E-21F7F62DDD02}" destId="{8ECC073E-FDFB-4A22-AAEC-AD3DCEFB0F82}" srcOrd="0" destOrd="0" presId="urn:microsoft.com/office/officeart/2005/8/layout/orgChart1"/>
    <dgm:cxn modelId="{2E7B6BFE-7A6B-4269-8A24-E4D447A8D931}" type="presParOf" srcId="{8ECC073E-FDFB-4A22-AAEC-AD3DCEFB0F82}" destId="{F3D6E7B1-66A9-47E9-9912-B47C920EBA67}" srcOrd="0" destOrd="0" presId="urn:microsoft.com/office/officeart/2005/8/layout/orgChart1"/>
    <dgm:cxn modelId="{3675219F-0016-42F3-A807-E27D1F0BB5AB}" type="presParOf" srcId="{F3D6E7B1-66A9-47E9-9912-B47C920EBA67}" destId="{3F48D74A-2454-4562-B47E-1BE1785C7141}" srcOrd="0" destOrd="0" presId="urn:microsoft.com/office/officeart/2005/8/layout/orgChart1"/>
    <dgm:cxn modelId="{D4DACA32-4551-4762-94AC-680A71CCB0C4}" type="presParOf" srcId="{F3D6E7B1-66A9-47E9-9912-B47C920EBA67}" destId="{9FFC452B-620F-4C44-8E0E-CBB1EC03649E}" srcOrd="1" destOrd="0" presId="urn:microsoft.com/office/officeart/2005/8/layout/orgChart1"/>
    <dgm:cxn modelId="{A0DBDD9B-8DCB-4EE0-A4EC-AE8B40755099}" type="presParOf" srcId="{8ECC073E-FDFB-4A22-AAEC-AD3DCEFB0F82}" destId="{680F603E-3039-4024-BF9F-AD48412F2771}" srcOrd="1" destOrd="0" presId="urn:microsoft.com/office/officeart/2005/8/layout/orgChart1"/>
    <dgm:cxn modelId="{7DF4AF36-5A51-4AAC-917A-804282704AE0}" type="presParOf" srcId="{8ECC073E-FDFB-4A22-AAEC-AD3DCEFB0F82}" destId="{7B57444D-5FBC-4BD2-A809-377D87500B72}" srcOrd="2" destOrd="0" presId="urn:microsoft.com/office/officeart/2005/8/layout/orgChart1"/>
    <dgm:cxn modelId="{B7F32E0E-0BDD-4C92-924A-308FA3063811}" type="presParOf" srcId="{218A913A-3E9F-4E38-915E-21F7F62DDD02}" destId="{47494551-6DC5-46F4-9B0E-B273F75DF5F1}" srcOrd="1" destOrd="0" presId="urn:microsoft.com/office/officeart/2005/8/layout/orgChart1"/>
    <dgm:cxn modelId="{CD0EE65A-0E0D-451D-B544-C13F1B1F421D}" type="presParOf" srcId="{47494551-6DC5-46F4-9B0E-B273F75DF5F1}" destId="{6F1A4DE4-0B59-4CAC-8B62-31A96E298E6F}" srcOrd="0" destOrd="0" presId="urn:microsoft.com/office/officeart/2005/8/layout/orgChart1"/>
    <dgm:cxn modelId="{9346FF29-F802-4368-9833-F3B973338441}" type="presParOf" srcId="{6F1A4DE4-0B59-4CAC-8B62-31A96E298E6F}" destId="{E50C49BB-B186-47BB-B41E-4AF962643CD0}" srcOrd="0" destOrd="0" presId="urn:microsoft.com/office/officeart/2005/8/layout/orgChart1"/>
    <dgm:cxn modelId="{E487C77F-E723-4FD8-A7F0-F474631E44BC}" type="presParOf" srcId="{6F1A4DE4-0B59-4CAC-8B62-31A96E298E6F}" destId="{07CB91E3-4166-410A-B0FD-0476D52289AF}" srcOrd="1" destOrd="0" presId="urn:microsoft.com/office/officeart/2005/8/layout/orgChart1"/>
    <dgm:cxn modelId="{1ABF237F-6AB6-4730-BB0F-1EE1F8EB2448}" type="presParOf" srcId="{47494551-6DC5-46F4-9B0E-B273F75DF5F1}" destId="{C4B01383-F387-4B4E-9ED5-88A8502EA8F5}" srcOrd="1" destOrd="0" presId="urn:microsoft.com/office/officeart/2005/8/layout/orgChart1"/>
    <dgm:cxn modelId="{43544FAF-6BBE-40EF-AEED-AA8DF1725D28}" type="presParOf" srcId="{47494551-6DC5-46F4-9B0E-B273F75DF5F1}" destId="{FA65936C-1E89-4D9A-9582-30CEF844C87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48D74A-2454-4562-B47E-1BE1785C7141}">
      <dsp:nvSpPr>
        <dsp:cNvPr id="0" name=""/>
        <dsp:cNvSpPr/>
      </dsp:nvSpPr>
      <dsp:spPr>
        <a:xfrm>
          <a:off x="2535" y="986695"/>
          <a:ext cx="4755895" cy="23779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2755900">
            <a:lnSpc>
              <a:spcPct val="90000"/>
            </a:lnSpc>
            <a:spcBef>
              <a:spcPct val="0"/>
            </a:spcBef>
            <a:spcAft>
              <a:spcPct val="35000"/>
            </a:spcAft>
            <a:buNone/>
          </a:pPr>
          <a:r>
            <a:rPr lang="en-US" sz="6200" b="1" kern="1200"/>
            <a:t>Week 12</a:t>
          </a:r>
          <a:endParaRPr lang="en-US" sz="6200" kern="1200"/>
        </a:p>
      </dsp:txBody>
      <dsp:txXfrm>
        <a:off x="2535" y="986695"/>
        <a:ext cx="4755895" cy="2377947"/>
      </dsp:txXfrm>
    </dsp:sp>
    <dsp:sp modelId="{E50C49BB-B186-47BB-B41E-4AF962643CD0}">
      <dsp:nvSpPr>
        <dsp:cNvPr id="0" name=""/>
        <dsp:cNvSpPr/>
      </dsp:nvSpPr>
      <dsp:spPr>
        <a:xfrm>
          <a:off x="5757169" y="986695"/>
          <a:ext cx="4755895" cy="23779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2755900">
            <a:lnSpc>
              <a:spcPct val="90000"/>
            </a:lnSpc>
            <a:spcBef>
              <a:spcPct val="0"/>
            </a:spcBef>
            <a:spcAft>
              <a:spcPct val="35000"/>
            </a:spcAft>
            <a:buNone/>
          </a:pPr>
          <a:r>
            <a:rPr lang="en-US" sz="6200" b="1" kern="1200"/>
            <a:t>Professional Associations</a:t>
          </a:r>
          <a:endParaRPr lang="en-US" sz="6200" kern="1200"/>
        </a:p>
      </dsp:txBody>
      <dsp:txXfrm>
        <a:off x="5757169" y="986695"/>
        <a:ext cx="4755895" cy="237794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9897-BAB4-2F71-E253-9BA06F752F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06125BE-238C-CD56-BE09-95ADD4CB7A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DED8A5-15EC-1B47-DE54-925FC6239C11}"/>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5" name="Footer Placeholder 4">
            <a:extLst>
              <a:ext uri="{FF2B5EF4-FFF2-40B4-BE49-F238E27FC236}">
                <a16:creationId xmlns:a16="http://schemas.microsoft.com/office/drawing/2014/main" id="{B38757A7-A16E-39EC-C9FF-AB1E12E124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59C915-9D09-896A-9EFF-679C4E9D14C0}"/>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1173074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0B7D-0434-59AE-2CC5-F066122E42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A7D58D-5A25-4DF0-59CD-FFCCC3747E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A6EFD0-EA82-2DB9-B81E-2FADF97386A0}"/>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5" name="Footer Placeholder 4">
            <a:extLst>
              <a:ext uri="{FF2B5EF4-FFF2-40B4-BE49-F238E27FC236}">
                <a16:creationId xmlns:a16="http://schemas.microsoft.com/office/drawing/2014/main" id="{8DB7596A-132F-4C2B-C074-53816937F7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45E940-8A46-0C6C-FCB6-031F6AEE62D4}"/>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83081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C29D-1785-DAC0-9A1B-C87AE45D4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1E5EC4C-4D55-B10B-9729-1FE8941B7C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9992C1-C33F-1B76-A69E-470AA2BC108E}"/>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5" name="Footer Placeholder 4">
            <a:extLst>
              <a:ext uri="{FF2B5EF4-FFF2-40B4-BE49-F238E27FC236}">
                <a16:creationId xmlns:a16="http://schemas.microsoft.com/office/drawing/2014/main" id="{E525FB8D-0F4E-84FB-5292-B9B4E97765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D8A340-5D18-5D86-ADED-ED839ECA9782}"/>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135473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171F-1CB6-C049-8FDF-642906B5003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5619BA-E6F1-4CED-BA39-F4936E8C96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8D0427D-4F91-55C0-A274-5FBEBE1249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FBE7BFF-9DEB-7C06-652E-81C92EF75779}"/>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6" name="Footer Placeholder 5">
            <a:extLst>
              <a:ext uri="{FF2B5EF4-FFF2-40B4-BE49-F238E27FC236}">
                <a16:creationId xmlns:a16="http://schemas.microsoft.com/office/drawing/2014/main" id="{62758473-FFA7-53E0-262B-18FF8DB090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3B92829-5BBD-9D03-958E-E65CBE5B9684}"/>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641869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196E6-7B78-A983-9D9D-5B23AFA3612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626C5C9-E816-CE28-7661-9F0EC411FA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889F82-A316-4994-216A-E63123A37E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1421D9E-FEA3-B714-4058-E38361A0E2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FA35B4-2AC5-B4A7-975D-7A92CEAEDE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97DE136-A783-AB40-5F10-8706D0681F69}"/>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8" name="Footer Placeholder 7">
            <a:extLst>
              <a:ext uri="{FF2B5EF4-FFF2-40B4-BE49-F238E27FC236}">
                <a16:creationId xmlns:a16="http://schemas.microsoft.com/office/drawing/2014/main" id="{9E84BBBD-EBB3-0F78-E831-F280CB6839D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D7A2071-3A75-B123-8AD9-7A8584C8F3D1}"/>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773041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00FED-475C-8269-0378-612CA41333D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3AC4AB3-D141-A69D-9AA2-7415054EE067}"/>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4" name="Footer Placeholder 3">
            <a:extLst>
              <a:ext uri="{FF2B5EF4-FFF2-40B4-BE49-F238E27FC236}">
                <a16:creationId xmlns:a16="http://schemas.microsoft.com/office/drawing/2014/main" id="{69CB10DC-B8EC-413E-BB21-C52AFFDBDF0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5365A16-D8BA-CFE7-619A-DD7DC29B66BE}"/>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258928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111EA-7A4B-25AC-42D3-BB14B9897DA3}"/>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3" name="Footer Placeholder 2">
            <a:extLst>
              <a:ext uri="{FF2B5EF4-FFF2-40B4-BE49-F238E27FC236}">
                <a16:creationId xmlns:a16="http://schemas.microsoft.com/office/drawing/2014/main" id="{590ED368-4EA7-2E8C-CCE6-6DDB62B1B1A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34A85DD-C790-4177-6A25-F8BD280BFCC9}"/>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127450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48957-F4DB-9C94-E42F-3AD646B3E7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B0AECC-725B-CB25-7822-75167EB74C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6B28647-EBA2-B8BC-963E-AAD430ED9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1B196B-AA63-F0B1-3E75-452353D8D40C}"/>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6" name="Footer Placeholder 5">
            <a:extLst>
              <a:ext uri="{FF2B5EF4-FFF2-40B4-BE49-F238E27FC236}">
                <a16:creationId xmlns:a16="http://schemas.microsoft.com/office/drawing/2014/main" id="{E8D0F9A5-5333-975A-666F-F404BB66CF5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0452F1-2173-1B4C-DAD2-7FF917DCB717}"/>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2665657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AD973-7C81-F3C4-BEED-FC27200089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465F46A-2167-358E-09F0-AA6DAB8EBB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C1942A7-9539-534F-B810-045EA68B4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26F315-A4FC-7AAA-6089-11AE909F9E83}"/>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6" name="Footer Placeholder 5">
            <a:extLst>
              <a:ext uri="{FF2B5EF4-FFF2-40B4-BE49-F238E27FC236}">
                <a16:creationId xmlns:a16="http://schemas.microsoft.com/office/drawing/2014/main" id="{A95DF471-5F18-4EF8-B40F-46F7544E13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71BCBBA-DE5B-5F16-D671-1106C6BCE2A0}"/>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2381329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FE8F2-7ACF-1537-E6C3-1A48EBC9CA3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4ADAF45-43A3-125F-0419-A980E64EC6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BE9B5A-EADC-DC5A-5968-39678D1BB7BC}"/>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5" name="Footer Placeholder 4">
            <a:extLst>
              <a:ext uri="{FF2B5EF4-FFF2-40B4-BE49-F238E27FC236}">
                <a16:creationId xmlns:a16="http://schemas.microsoft.com/office/drawing/2014/main" id="{8CABFD47-B489-434A-0146-AD56BA68EE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B5AD73-CE8F-A92A-C0BC-1994C9E1E7C6}"/>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1604493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214619-A9E6-A292-952F-A7389C9606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EED017-302D-0B0E-3DFB-48EAE78C54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08BE32-920C-B7C8-A80F-4334D6222CCD}"/>
              </a:ext>
            </a:extLst>
          </p:cNvPr>
          <p:cNvSpPr>
            <a:spLocks noGrp="1"/>
          </p:cNvSpPr>
          <p:nvPr>
            <p:ph type="dt" sz="half" idx="10"/>
          </p:nvPr>
        </p:nvSpPr>
        <p:spPr/>
        <p:txBody>
          <a:bodyPr/>
          <a:lstStyle/>
          <a:p>
            <a:fld id="{9B63A5ED-83AB-44CF-907C-B9994A5E0C0C}" type="datetimeFigureOut">
              <a:rPr lang="en-GB" smtClean="0"/>
              <a:t>17/08/2025</a:t>
            </a:fld>
            <a:endParaRPr lang="en-GB"/>
          </a:p>
        </p:txBody>
      </p:sp>
      <p:sp>
        <p:nvSpPr>
          <p:cNvPr id="5" name="Footer Placeholder 4">
            <a:extLst>
              <a:ext uri="{FF2B5EF4-FFF2-40B4-BE49-F238E27FC236}">
                <a16:creationId xmlns:a16="http://schemas.microsoft.com/office/drawing/2014/main" id="{695451CD-B979-D8FD-03F1-17C39A581D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5DCB22-AC30-6E92-8CE7-EA32FD1F34F5}"/>
              </a:ext>
            </a:extLst>
          </p:cNvPr>
          <p:cNvSpPr>
            <a:spLocks noGrp="1"/>
          </p:cNvSpPr>
          <p:nvPr>
            <p:ph type="sldNum" sz="quarter" idx="12"/>
          </p:nvPr>
        </p:nvSpPr>
        <p:spPr/>
        <p:txBody>
          <a:bodyPr/>
          <a:lstStyle/>
          <a:p>
            <a:fld id="{271378AC-5750-434F-8858-576098A2BBFA}" type="slidenum">
              <a:rPr lang="en-GB" smtClean="0"/>
              <a:t>‹#›</a:t>
            </a:fld>
            <a:endParaRPr lang="en-GB"/>
          </a:p>
        </p:txBody>
      </p:sp>
    </p:spTree>
    <p:extLst>
      <p:ext uri="{BB962C8B-B14F-4D97-AF65-F5344CB8AC3E}">
        <p14:creationId xmlns:p14="http://schemas.microsoft.com/office/powerpoint/2010/main" val="4114711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E328D2-97BF-6D2F-1120-FA20C5594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B34DC5-67AC-BEE1-04DA-F2CBC901BB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8F7CBF-8830-C586-16F4-EA1A133A03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63A5ED-83AB-44CF-907C-B9994A5E0C0C}" type="datetimeFigureOut">
              <a:rPr lang="en-GB" smtClean="0"/>
              <a:t>17/08/2025</a:t>
            </a:fld>
            <a:endParaRPr lang="en-GB"/>
          </a:p>
        </p:txBody>
      </p:sp>
      <p:sp>
        <p:nvSpPr>
          <p:cNvPr id="5" name="Footer Placeholder 4">
            <a:extLst>
              <a:ext uri="{FF2B5EF4-FFF2-40B4-BE49-F238E27FC236}">
                <a16:creationId xmlns:a16="http://schemas.microsoft.com/office/drawing/2014/main" id="{6B0F01D4-9759-B86B-B8C4-74B2D3DDBC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7C2EA18-E7D2-BE7F-0194-3BD1F393D1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378AC-5750-434F-8858-576098A2BBFA}" type="slidenum">
              <a:rPr lang="en-GB" smtClean="0"/>
              <a:t>‹#›</a:t>
            </a:fld>
            <a:endParaRPr lang="en-GB"/>
          </a:p>
        </p:txBody>
      </p:sp>
    </p:spTree>
    <p:extLst>
      <p:ext uri="{BB962C8B-B14F-4D97-AF65-F5344CB8AC3E}">
        <p14:creationId xmlns:p14="http://schemas.microsoft.com/office/powerpoint/2010/main" val="2725465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eee.org/membership/join" TargetMode="External"/><Relationship Id="rId2" Type="http://schemas.openxmlformats.org/officeDocument/2006/relationships/hyperlink" Target="https://www.acm.org/membership/join" TargetMode="External"/><Relationship Id="rId1" Type="http://schemas.openxmlformats.org/officeDocument/2006/relationships/slideLayout" Target="../slideLayouts/slideLayout1.xml"/><Relationship Id="rId5" Type="http://schemas.openxmlformats.org/officeDocument/2006/relationships/hyperlink" Target="https://www.theiet.org/membership/become-a-member" TargetMode="External"/><Relationship Id="rId4" Type="http://schemas.openxmlformats.org/officeDocument/2006/relationships/hyperlink" Target="https://www.bcs.org/membership-and-registrations/become-a-member/#membergra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youtube.com/comptia" TargetMode="External"/><Relationship Id="rId7" Type="http://schemas.openxmlformats.org/officeDocument/2006/relationships/hyperlink" Target="https://www.twitter.com/comptia" TargetMode="External"/><Relationship Id="rId12"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7.jpeg"/><Relationship Id="rId5" Type="http://schemas.openxmlformats.org/officeDocument/2006/relationships/hyperlink" Target="https://www.facebook.com/comptia" TargetMode="Externa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hyperlink" Target="https://www.linkedin.com/company/comptia"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8AC3C2-12A9-FD5A-8C53-AA7633B736F9}"/>
              </a:ext>
            </a:extLst>
          </p:cNvPr>
          <p:cNvPicPr>
            <a:picLocks noChangeAspect="1"/>
          </p:cNvPicPr>
          <p:nvPr/>
        </p:nvPicPr>
        <p:blipFill>
          <a:blip r:embed="rId2">
            <a:duotone>
              <a:prstClr val="black"/>
              <a:schemeClr val="tx2">
                <a:tint val="45000"/>
                <a:satMod val="400000"/>
              </a:schemeClr>
            </a:duotone>
            <a:alphaModFix amt="25000"/>
          </a:blip>
          <a:srcRect b="15730"/>
          <a:stretch>
            <a:fillRect/>
          </a:stretch>
        </p:blipFill>
        <p:spPr>
          <a:xfrm>
            <a:off x="20" y="10"/>
            <a:ext cx="12191980" cy="6857990"/>
          </a:xfrm>
          <a:prstGeom prst="rect">
            <a:avLst/>
          </a:prstGeom>
        </p:spPr>
      </p:pic>
      <p:graphicFrame>
        <p:nvGraphicFramePr>
          <p:cNvPr id="5" name="Content Placeholder 2">
            <a:extLst>
              <a:ext uri="{FF2B5EF4-FFF2-40B4-BE49-F238E27FC236}">
                <a16:creationId xmlns:a16="http://schemas.microsoft.com/office/drawing/2014/main" id="{CBCC1ECB-20EF-BD05-1815-4DEC6BE9FBA6}"/>
              </a:ext>
            </a:extLst>
          </p:cNvPr>
          <p:cNvGraphicFramePr>
            <a:graphicFrameLocks noGrp="1"/>
          </p:cNvGraphicFramePr>
          <p:nvPr>
            <p:ph idx="1"/>
            <p:extLst>
              <p:ext uri="{D42A27DB-BD31-4B8C-83A1-F6EECF244321}">
                <p14:modId xmlns:p14="http://schemas.microsoft.com/office/powerpoint/2010/main" val="38145915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188821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A9AF5-B95E-D707-93CA-CCCEEE5DE082}"/>
              </a:ext>
            </a:extLst>
          </p:cNvPr>
          <p:cNvSpPr>
            <a:spLocks noGrp="1"/>
          </p:cNvSpPr>
          <p:nvPr>
            <p:ph type="ctrTitle"/>
          </p:nvPr>
        </p:nvSpPr>
        <p:spPr>
          <a:xfrm>
            <a:off x="1142163" y="157722"/>
            <a:ext cx="9144000" cy="374841"/>
          </a:xfrm>
        </p:spPr>
        <p:txBody>
          <a:bodyPr>
            <a:normAutofit fontScale="90000"/>
          </a:bodyPr>
          <a:lstStyle/>
          <a:p>
            <a:r>
              <a:rPr lang="en-US" sz="2400" b="1" dirty="0"/>
              <a:t>Professional Associations for Computer Networking </a:t>
            </a:r>
            <a:endParaRPr lang="en-GB" sz="2400" b="1" dirty="0"/>
          </a:p>
        </p:txBody>
      </p:sp>
      <p:sp>
        <p:nvSpPr>
          <p:cNvPr id="3" name="Subtitle 2">
            <a:extLst>
              <a:ext uri="{FF2B5EF4-FFF2-40B4-BE49-F238E27FC236}">
                <a16:creationId xmlns:a16="http://schemas.microsoft.com/office/drawing/2014/main" id="{62CBC8F4-D28B-478F-9A2D-F84F0FF77196}"/>
              </a:ext>
            </a:extLst>
          </p:cNvPr>
          <p:cNvSpPr>
            <a:spLocks noGrp="1"/>
          </p:cNvSpPr>
          <p:nvPr>
            <p:ph type="subTitle" idx="1"/>
          </p:nvPr>
        </p:nvSpPr>
        <p:spPr>
          <a:xfrm>
            <a:off x="412955" y="652360"/>
            <a:ext cx="11493910" cy="5836929"/>
          </a:xfrm>
        </p:spPr>
        <p:txBody>
          <a:bodyPr>
            <a:noAutofit/>
          </a:bodyPr>
          <a:lstStyle/>
          <a:p>
            <a:pPr algn="l"/>
            <a:r>
              <a:rPr lang="en-US" b="1" dirty="0">
                <a:solidFill>
                  <a:schemeClr val="accent3">
                    <a:lumMod val="60000"/>
                    <a:lumOff val="40000"/>
                  </a:schemeClr>
                </a:solidFill>
              </a:rPr>
              <a:t>Association for Computing Machinery</a:t>
            </a:r>
          </a:p>
          <a:p>
            <a:pPr algn="l"/>
            <a:r>
              <a:rPr lang="en-GB" dirty="0">
                <a:hlinkClick r:id="rId2"/>
              </a:rPr>
              <a:t>https://www.acm.org/membership/join</a:t>
            </a:r>
            <a:endParaRPr lang="en-GB" dirty="0"/>
          </a:p>
          <a:p>
            <a:pPr algn="l"/>
            <a:r>
              <a:rPr lang="en-GB" dirty="0"/>
              <a:t>Click the complimentary membership link to join for free.</a:t>
            </a:r>
          </a:p>
          <a:p>
            <a:pPr algn="l"/>
            <a:r>
              <a:rPr lang="en-GB" b="1" dirty="0">
                <a:solidFill>
                  <a:srgbClr val="FF0000"/>
                </a:solidFill>
              </a:rPr>
              <a:t>Institute of Electrical and Electronics Engineers (IEEE) </a:t>
            </a:r>
          </a:p>
          <a:p>
            <a:pPr algn="l"/>
            <a:r>
              <a:rPr lang="en-GB" dirty="0">
                <a:hlinkClick r:id="rId3"/>
              </a:rPr>
              <a:t>https://www.ieee.org/membership/join</a:t>
            </a:r>
            <a:endParaRPr lang="en-GB" dirty="0"/>
          </a:p>
          <a:p>
            <a:pPr algn="l"/>
            <a:r>
              <a:rPr lang="en-GB" dirty="0"/>
              <a:t>Click the “ join as student link”</a:t>
            </a:r>
          </a:p>
          <a:p>
            <a:pPr algn="l"/>
            <a:r>
              <a:rPr lang="en-GB" dirty="0">
                <a:solidFill>
                  <a:srgbClr val="0070C0"/>
                </a:solidFill>
              </a:rPr>
              <a:t>British Computer Society</a:t>
            </a:r>
          </a:p>
          <a:p>
            <a:pPr algn="l"/>
            <a:r>
              <a:rPr lang="en-GB" dirty="0">
                <a:hlinkClick r:id="rId4"/>
              </a:rPr>
              <a:t>https://www.bcs.org/membership-and-registrations/become-a-member/#membergrade</a:t>
            </a:r>
            <a:endParaRPr lang="en-GB" dirty="0"/>
          </a:p>
          <a:p>
            <a:pPr algn="l"/>
            <a:r>
              <a:rPr lang="en-GB" dirty="0"/>
              <a:t>Click the student membership</a:t>
            </a:r>
          </a:p>
          <a:p>
            <a:pPr algn="l"/>
            <a:r>
              <a:rPr lang="en-GB" b="1" dirty="0">
                <a:solidFill>
                  <a:srgbClr val="7030A0"/>
                </a:solidFill>
              </a:rPr>
              <a:t>The Institution of Engineering and Technology (IET)</a:t>
            </a:r>
          </a:p>
          <a:p>
            <a:pPr algn="l"/>
            <a:r>
              <a:rPr lang="en-GB" dirty="0">
                <a:hlinkClick r:id="rId5"/>
              </a:rPr>
              <a:t>https://www.theiet.org/membership/become-a-member</a:t>
            </a:r>
            <a:endParaRPr lang="en-GB" dirty="0"/>
          </a:p>
          <a:p>
            <a:pPr algn="l"/>
            <a:r>
              <a:rPr lang="en-GB" dirty="0"/>
              <a:t>Click the student membership</a:t>
            </a:r>
          </a:p>
          <a:p>
            <a:pPr algn="l"/>
            <a:endParaRPr lang="en-GB" dirty="0"/>
          </a:p>
          <a:p>
            <a:pPr algn="l"/>
            <a:endParaRPr lang="en-GB" dirty="0"/>
          </a:p>
          <a:p>
            <a:pPr algn="l"/>
            <a:endParaRPr lang="en-GB" dirty="0"/>
          </a:p>
        </p:txBody>
      </p:sp>
    </p:spTree>
    <p:extLst>
      <p:ext uri="{BB962C8B-B14F-4D97-AF65-F5344CB8AC3E}">
        <p14:creationId xmlns:p14="http://schemas.microsoft.com/office/powerpoint/2010/main" val="1834999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6B15-74A5-DF16-F20F-DF073DAD3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67DA8-B576-0ABF-A290-FB55EE1B5692}"/>
              </a:ext>
            </a:extLst>
          </p:cNvPr>
          <p:cNvSpPr>
            <a:spLocks noGrp="1"/>
          </p:cNvSpPr>
          <p:nvPr>
            <p:ph type="ctrTitle"/>
          </p:nvPr>
        </p:nvSpPr>
        <p:spPr>
          <a:xfrm>
            <a:off x="1142163" y="157722"/>
            <a:ext cx="9144000" cy="374841"/>
          </a:xfrm>
        </p:spPr>
        <p:txBody>
          <a:bodyPr>
            <a:normAutofit fontScale="90000"/>
          </a:bodyPr>
          <a:lstStyle/>
          <a:p>
            <a:r>
              <a:rPr lang="en-US" sz="2400" b="1" dirty="0"/>
              <a:t>Professional Associations for Computer Networking </a:t>
            </a:r>
            <a:endParaRPr lang="en-GB" sz="2400" b="1" dirty="0"/>
          </a:p>
        </p:txBody>
      </p:sp>
      <p:sp>
        <p:nvSpPr>
          <p:cNvPr id="3" name="Subtitle 2">
            <a:extLst>
              <a:ext uri="{FF2B5EF4-FFF2-40B4-BE49-F238E27FC236}">
                <a16:creationId xmlns:a16="http://schemas.microsoft.com/office/drawing/2014/main" id="{4209FBFF-BE68-7BD3-1A2F-9546B1B0A705}"/>
              </a:ext>
            </a:extLst>
          </p:cNvPr>
          <p:cNvSpPr>
            <a:spLocks noGrp="1"/>
          </p:cNvSpPr>
          <p:nvPr>
            <p:ph type="subTitle" idx="1"/>
          </p:nvPr>
        </p:nvSpPr>
        <p:spPr>
          <a:xfrm>
            <a:off x="412954" y="652360"/>
            <a:ext cx="11464413" cy="5836929"/>
          </a:xfrm>
        </p:spPr>
        <p:txBody>
          <a:bodyPr>
            <a:noAutofit/>
          </a:bodyPr>
          <a:lstStyle/>
          <a:p>
            <a:r>
              <a:rPr lang="en-US" dirty="0"/>
              <a:t>"My student membership makes me feel part of the bigger picture in IT. It’s introduced me to the working world, outside of my studies. I’ve got a head start when I leave university."</a:t>
            </a:r>
          </a:p>
          <a:p>
            <a:r>
              <a:rPr lang="en-US" dirty="0"/>
              <a:t>Festus U, BCS student member </a:t>
            </a:r>
            <a:r>
              <a:rPr lang="en-US" sz="1200" dirty="0"/>
              <a:t>(Source: https://www.bcs.org/membership-and-registrations/academic-membership/)</a:t>
            </a:r>
          </a:p>
          <a:p>
            <a:pPr algn="l"/>
            <a:endParaRPr lang="en-GB" dirty="0"/>
          </a:p>
          <a:p>
            <a:pPr fontAlgn="base"/>
            <a:r>
              <a:rPr lang="en-US" i="1" dirty="0"/>
              <a:t>“My IET membership has helped me overcome challenges in my role and career and given me this new professional family where I can reach out to people and ask questions. That is invaluable because journeys can be lonely in different ways, and being able to have a network that you can reach out to has been helpful.”</a:t>
            </a:r>
            <a:endParaRPr lang="en-US" dirty="0"/>
          </a:p>
          <a:p>
            <a:pPr fontAlgn="base"/>
            <a:r>
              <a:rPr lang="en-US" b="1" dirty="0"/>
              <a:t>Ama Frimpong MIET </a:t>
            </a:r>
            <a:r>
              <a:rPr lang="en-US" sz="1100" dirty="0"/>
              <a:t>(source: https://www.theiet.org/membership/become-a-member)</a:t>
            </a:r>
          </a:p>
          <a:p>
            <a:pPr algn="l"/>
            <a:endParaRPr lang="en-GB" dirty="0"/>
          </a:p>
        </p:txBody>
      </p:sp>
    </p:spTree>
    <p:extLst>
      <p:ext uri="{BB962C8B-B14F-4D97-AF65-F5344CB8AC3E}">
        <p14:creationId xmlns:p14="http://schemas.microsoft.com/office/powerpoint/2010/main" val="349758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08582-5553-8CA8-E486-8DECED770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F1235-13C0-8B0D-582E-4CAE6425D17C}"/>
              </a:ext>
            </a:extLst>
          </p:cNvPr>
          <p:cNvSpPr>
            <a:spLocks noGrp="1"/>
          </p:cNvSpPr>
          <p:nvPr>
            <p:ph type="ctrTitle"/>
          </p:nvPr>
        </p:nvSpPr>
        <p:spPr>
          <a:xfrm>
            <a:off x="1142163" y="157722"/>
            <a:ext cx="9144000" cy="374841"/>
          </a:xfrm>
        </p:spPr>
        <p:txBody>
          <a:bodyPr>
            <a:normAutofit fontScale="90000"/>
          </a:bodyPr>
          <a:lstStyle/>
          <a:p>
            <a:r>
              <a:rPr lang="en-US" sz="2400" b="1" dirty="0"/>
              <a:t>Benefits of Professional Associations </a:t>
            </a:r>
            <a:endParaRPr lang="en-GB" sz="2400" b="1" dirty="0"/>
          </a:p>
        </p:txBody>
      </p:sp>
      <p:sp>
        <p:nvSpPr>
          <p:cNvPr id="3" name="Subtitle 2">
            <a:extLst>
              <a:ext uri="{FF2B5EF4-FFF2-40B4-BE49-F238E27FC236}">
                <a16:creationId xmlns:a16="http://schemas.microsoft.com/office/drawing/2014/main" id="{83A746A1-AFFB-7310-F544-08A4BE9FAAEB}"/>
              </a:ext>
            </a:extLst>
          </p:cNvPr>
          <p:cNvSpPr>
            <a:spLocks noGrp="1"/>
          </p:cNvSpPr>
          <p:nvPr>
            <p:ph type="subTitle" idx="1"/>
          </p:nvPr>
        </p:nvSpPr>
        <p:spPr>
          <a:xfrm>
            <a:off x="219914" y="405041"/>
            <a:ext cx="11829845" cy="6047918"/>
          </a:xfrm>
        </p:spPr>
        <p:txBody>
          <a:bodyPr>
            <a:noAutofit/>
          </a:bodyPr>
          <a:lstStyle/>
          <a:p>
            <a:pPr marL="342900" indent="-342900" algn="l">
              <a:buFont typeface="Wingdings" panose="05000000000000000000" pitchFamily="2" charset="2"/>
              <a:buChar char="Ø"/>
            </a:pPr>
            <a:r>
              <a:rPr lang="en-US" sz="2000" dirty="0"/>
              <a:t>Connect with fellow students and experts</a:t>
            </a:r>
          </a:p>
          <a:p>
            <a:pPr marL="342900" indent="-342900" algn="l">
              <a:buFont typeface="Wingdings" panose="05000000000000000000" pitchFamily="2" charset="2"/>
              <a:buChar char="Ø"/>
            </a:pPr>
            <a:r>
              <a:rPr lang="en-US" sz="2000" dirty="0"/>
              <a:t>Join local activities and meet-ups</a:t>
            </a:r>
          </a:p>
          <a:p>
            <a:pPr marL="342900" indent="-342900" algn="l">
              <a:buFont typeface="Wingdings" panose="05000000000000000000" pitchFamily="2" charset="2"/>
              <a:buChar char="Ø"/>
            </a:pPr>
            <a:r>
              <a:rPr lang="en-US" sz="2000" dirty="0"/>
              <a:t>Connect with mentors</a:t>
            </a:r>
          </a:p>
          <a:p>
            <a:pPr marL="342900" indent="-342900" algn="l">
              <a:buFont typeface="Wingdings" panose="05000000000000000000" pitchFamily="2" charset="2"/>
              <a:buChar char="Ø"/>
            </a:pPr>
            <a:r>
              <a:rPr lang="en-US" sz="2000" dirty="0"/>
              <a:t>Your membership adapts to your needs, offering benefits for every stage of your career. </a:t>
            </a:r>
          </a:p>
          <a:p>
            <a:pPr marL="342900" indent="-342900" algn="l">
              <a:buFont typeface="Wingdings" panose="05000000000000000000" pitchFamily="2" charset="2"/>
              <a:buChar char="Ø"/>
            </a:pPr>
            <a:r>
              <a:rPr lang="en-US" sz="2000" dirty="0"/>
              <a:t>Students and young professionals can access learning resources and career-boosting opportunities.</a:t>
            </a:r>
          </a:p>
          <a:p>
            <a:pPr marL="342900" indent="-342900" algn="l">
              <a:buFont typeface="Wingdings" panose="05000000000000000000" pitchFamily="2" charset="2"/>
              <a:buChar char="Ø"/>
            </a:pPr>
            <a:r>
              <a:rPr lang="en-US" sz="2000" dirty="0"/>
              <a:t> Professionals at all levels can tap into a global network of experts and stay at the forefront of technological advancement.  </a:t>
            </a:r>
          </a:p>
          <a:p>
            <a:pPr marL="342900" indent="-342900" algn="l">
              <a:buFont typeface="Wingdings" panose="05000000000000000000" pitchFamily="2" charset="2"/>
              <a:buChar char="Ø"/>
            </a:pPr>
            <a:r>
              <a:rPr lang="en-US" sz="2000" dirty="0"/>
              <a:t>Use CPD resources to sharpen your skills, and benefit from dedicated support through Foothold.</a:t>
            </a:r>
          </a:p>
          <a:p>
            <a:pPr marL="263525" algn="l" fontAlgn="base"/>
            <a:r>
              <a:rPr lang="en-US" sz="2000" dirty="0"/>
              <a:t>As a member, you get full access to Career Manager. Career Manager enables you to plan and record your CPD, create your CV </a:t>
            </a:r>
            <a:r>
              <a:rPr lang="en-US" sz="1200" dirty="0"/>
              <a:t>(source: https://www.theiet.org/membership/become-a-member/membership-benefits)</a:t>
            </a:r>
          </a:p>
          <a:p>
            <a:pPr marL="342900" indent="-342900" algn="l">
              <a:buFont typeface="Wingdings" panose="05000000000000000000" pitchFamily="2" charset="2"/>
              <a:buChar char="Ø"/>
            </a:pPr>
            <a:r>
              <a:rPr lang="en-US" sz="2000" dirty="0"/>
              <a:t>Foothold is the IET’s benevolent fund. As a member or former member of the IET, you and your family can access free, confidential and impartial advice and support. Whether you're looking for debt advice, financial support, neurodiversity support or support for carers, you can contact the team directly </a:t>
            </a:r>
            <a:r>
              <a:rPr lang="en-US" sz="1200" dirty="0"/>
              <a:t>(source: https://www.theiet.org/membership/become-a-member/membership-benefits)</a:t>
            </a:r>
            <a:endParaRPr lang="en-GB" sz="1200" dirty="0"/>
          </a:p>
        </p:txBody>
      </p:sp>
    </p:spTree>
    <p:extLst>
      <p:ext uri="{BB962C8B-B14F-4D97-AF65-F5344CB8AC3E}">
        <p14:creationId xmlns:p14="http://schemas.microsoft.com/office/powerpoint/2010/main" val="3124061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70460-0025-A80A-4B0F-B7581ED64A7B}"/>
              </a:ext>
            </a:extLst>
          </p:cNvPr>
          <p:cNvSpPr>
            <a:spLocks noGrp="1"/>
          </p:cNvSpPr>
          <p:nvPr>
            <p:ph type="title"/>
          </p:nvPr>
        </p:nvSpPr>
        <p:spPr>
          <a:xfrm>
            <a:off x="4447400" y="4652662"/>
            <a:ext cx="6287275" cy="430887"/>
          </a:xfrm>
        </p:spPr>
        <p:txBody>
          <a:bodyPr>
            <a:normAutofit fontScale="90000"/>
          </a:bodyPr>
          <a:lstStyle/>
          <a:p>
            <a:r>
              <a:rPr lang="en-GB" sz="1400" dirty="0"/>
              <a:t>CCNA 200-301 Exam</a:t>
            </a:r>
            <a:br>
              <a:rPr lang="en-GB" sz="1400" dirty="0"/>
            </a:br>
            <a:r>
              <a:rPr lang="en-GB" sz="1400" dirty="0"/>
              <a:t>(source: https://www.cisco.com/site/us/en/learn/training-certifications/exams/ccna.html)</a:t>
            </a:r>
          </a:p>
        </p:txBody>
      </p:sp>
      <p:pic>
        <p:nvPicPr>
          <p:cNvPr id="1045" name="Picture 21" descr="comptia-logo">
            <a:extLst>
              <a:ext uri="{FF2B5EF4-FFF2-40B4-BE49-F238E27FC236}">
                <a16:creationId xmlns:a16="http://schemas.microsoft.com/office/drawing/2014/main" id="{EBCD9363-6D1C-C4C5-CD07-E4031B4E9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2222738"/>
            <a:ext cx="1143807" cy="28213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CompTIA Youtube">
            <a:hlinkClick r:id="rId3"/>
            <a:extLst>
              <a:ext uri="{FF2B5EF4-FFF2-40B4-BE49-F238E27FC236}">
                <a16:creationId xmlns:a16="http://schemas.microsoft.com/office/drawing/2014/main" id="{38CC332D-8FA8-2741-B2BF-856D56BA09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4613" y="103517700"/>
            <a:ext cx="190635" cy="190635"/>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descr="CompTIA Facebook">
            <a:hlinkClick r:id="rId5"/>
            <a:extLst>
              <a:ext uri="{FF2B5EF4-FFF2-40B4-BE49-F238E27FC236}">
                <a16:creationId xmlns:a16="http://schemas.microsoft.com/office/drawing/2014/main" id="{22B7BCE7-D821-E795-3DBC-4E1643561B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04613" y="118757700"/>
            <a:ext cx="190635" cy="19063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CompTIA Twitter">
            <a:hlinkClick r:id="rId7"/>
            <a:extLst>
              <a:ext uri="{FF2B5EF4-FFF2-40B4-BE49-F238E27FC236}">
                <a16:creationId xmlns:a16="http://schemas.microsoft.com/office/drawing/2014/main" id="{23D23737-DC57-CD9A-27E1-2449D3E2EE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04613" y="133997700"/>
            <a:ext cx="190635" cy="190635"/>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25" descr="CompTIA Linkedin">
            <a:hlinkClick r:id="rId9"/>
            <a:extLst>
              <a:ext uri="{FF2B5EF4-FFF2-40B4-BE49-F238E27FC236}">
                <a16:creationId xmlns:a16="http://schemas.microsoft.com/office/drawing/2014/main" id="{C3245B49-9854-B6C4-5480-867CD8409D6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04613" y="149237700"/>
            <a:ext cx="190635" cy="19063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Support customers and sharpen your resolution skills">
            <a:extLst>
              <a:ext uri="{FF2B5EF4-FFF2-40B4-BE49-F238E27FC236}">
                <a16:creationId xmlns:a16="http://schemas.microsoft.com/office/drawing/2014/main" id="{ECB89808-EBEF-E876-83DD-E46AE8FF2CA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8903" y="592389"/>
            <a:ext cx="3646112" cy="209504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7">
            <a:extLst>
              <a:ext uri="{FF2B5EF4-FFF2-40B4-BE49-F238E27FC236}">
                <a16:creationId xmlns:a16="http://schemas.microsoft.com/office/drawing/2014/main" id="{B70C3CBE-FBE7-08DB-CEA3-2BD29BBD336A}"/>
              </a:ext>
            </a:extLst>
          </p:cNvPr>
          <p:cNvSpPr>
            <a:spLocks noChangeArrowheads="1"/>
          </p:cNvSpPr>
          <p:nvPr/>
        </p:nvSpPr>
        <p:spPr bwMode="auto">
          <a:xfrm>
            <a:off x="2435225" y="118388"/>
            <a:ext cx="6127750"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7182D"/>
                </a:solidFill>
                <a:effectLst/>
                <a:latin typeface="CiscoSans"/>
              </a:rPr>
              <a:t>Cisco Certification Exams</a:t>
            </a:r>
          </a:p>
        </p:txBody>
      </p:sp>
      <p:pic>
        <p:nvPicPr>
          <p:cNvPr id="1053" name="Picture 29" descr="CCNA Logo - Cisco Certified Network Associate CCNA - DENGE Consulting">
            <a:extLst>
              <a:ext uri="{FF2B5EF4-FFF2-40B4-BE49-F238E27FC236}">
                <a16:creationId xmlns:a16="http://schemas.microsoft.com/office/drawing/2014/main" id="{7A1ED999-3814-F94D-B90B-D038525655F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113" y="3519512"/>
            <a:ext cx="3645912" cy="1961500"/>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90A396D7-477C-9C4D-E046-6E1DBFECC713}"/>
              </a:ext>
            </a:extLst>
          </p:cNvPr>
          <p:cNvSpPr txBox="1">
            <a:spLocks/>
          </p:cNvSpPr>
          <p:nvPr/>
        </p:nvSpPr>
        <p:spPr>
          <a:xfrm>
            <a:off x="3212762" y="1198358"/>
            <a:ext cx="8615325" cy="8831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1400" u="sng" dirty="0"/>
              <a:t>Cisco Certified Field Technician Exam. 800-150 FLDTEC</a:t>
            </a:r>
          </a:p>
          <a:p>
            <a:endParaRPr lang="en-GB" sz="1400" u="sng" dirty="0"/>
          </a:p>
          <a:p>
            <a:r>
              <a:rPr lang="en-GB" sz="1400" u="sng" dirty="0"/>
              <a:t>(Source: https://www.cisco.com/site/us/en/learn/training-certifications/certifications/technician/index.html)</a:t>
            </a:r>
            <a:br>
              <a:rPr lang="en-GB" sz="1400" u="sng" dirty="0"/>
            </a:br>
            <a:endParaRPr lang="en-GB" sz="1400" dirty="0"/>
          </a:p>
        </p:txBody>
      </p:sp>
    </p:spTree>
    <p:extLst>
      <p:ext uri="{BB962C8B-B14F-4D97-AF65-F5344CB8AC3E}">
        <p14:creationId xmlns:p14="http://schemas.microsoft.com/office/powerpoint/2010/main" val="885611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84459-AB4D-67DC-9465-5875858C056F}"/>
              </a:ext>
            </a:extLst>
          </p:cNvPr>
          <p:cNvSpPr>
            <a:spLocks noGrp="1"/>
          </p:cNvSpPr>
          <p:nvPr>
            <p:ph type="title"/>
          </p:nvPr>
        </p:nvSpPr>
        <p:spPr>
          <a:xfrm>
            <a:off x="838200" y="365126"/>
            <a:ext cx="10515600" cy="315912"/>
          </a:xfrm>
        </p:spPr>
        <p:txBody>
          <a:bodyPr>
            <a:normAutofit fontScale="90000"/>
          </a:bodyPr>
          <a:lstStyle/>
          <a:p>
            <a:r>
              <a:rPr lang="en-US" dirty="0"/>
              <a:t>Certifications exams</a:t>
            </a:r>
            <a:endParaRPr lang="en-GB" dirty="0"/>
          </a:p>
        </p:txBody>
      </p:sp>
      <p:pic>
        <p:nvPicPr>
          <p:cNvPr id="1042" name="Picture 18" descr="CompTIA CTT+">
            <a:extLst>
              <a:ext uri="{FF2B5EF4-FFF2-40B4-BE49-F238E27FC236}">
                <a16:creationId xmlns:a16="http://schemas.microsoft.com/office/drawing/2014/main" id="{692F8063-659C-8A89-5B88-802CA6940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8203" y="-84666137"/>
            <a:ext cx="6100309" cy="5070882"/>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B1138B20-3619-C01E-0C69-AE085B695365}"/>
              </a:ext>
            </a:extLst>
          </p:cNvPr>
          <p:cNvSpPr>
            <a:spLocks noGrp="1"/>
          </p:cNvSpPr>
          <p:nvPr>
            <p:ph idx="1"/>
          </p:nvPr>
        </p:nvSpPr>
        <p:spPr>
          <a:xfrm>
            <a:off x="419100" y="904208"/>
            <a:ext cx="10934700" cy="5272755"/>
          </a:xfrm>
        </p:spPr>
        <p:txBody>
          <a:bodyPr>
            <a:normAutofit fontScale="92500" lnSpcReduction="20000"/>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lgn="ctr">
              <a:buNone/>
            </a:pPr>
            <a:r>
              <a:rPr lang="en-GB" sz="2600" dirty="0"/>
              <a:t>(source: https://partners.comptia.org/certifications)</a:t>
            </a:r>
          </a:p>
        </p:txBody>
      </p:sp>
      <p:graphicFrame>
        <p:nvGraphicFramePr>
          <p:cNvPr id="8" name="Table 7">
            <a:extLst>
              <a:ext uri="{FF2B5EF4-FFF2-40B4-BE49-F238E27FC236}">
                <a16:creationId xmlns:a16="http://schemas.microsoft.com/office/drawing/2014/main" id="{20D31162-9427-3510-CA75-2DBEC8D073B6}"/>
              </a:ext>
            </a:extLst>
          </p:cNvPr>
          <p:cNvGraphicFramePr>
            <a:graphicFrameLocks noGrp="1"/>
          </p:cNvGraphicFramePr>
          <p:nvPr>
            <p:extLst>
              <p:ext uri="{D42A27DB-BD31-4B8C-83A1-F6EECF244321}">
                <p14:modId xmlns:p14="http://schemas.microsoft.com/office/powerpoint/2010/main" val="3582872306"/>
              </p:ext>
            </p:extLst>
          </p:nvPr>
        </p:nvGraphicFramePr>
        <p:xfrm>
          <a:off x="1022106" y="1209675"/>
          <a:ext cx="10331694" cy="4028463"/>
        </p:xfrm>
        <a:graphic>
          <a:graphicData uri="http://schemas.openxmlformats.org/drawingml/2006/table">
            <a:tbl>
              <a:tblPr firstRow="1" firstCol="1" bandRow="1">
                <a:tableStyleId>{5C22544A-7EE6-4342-B048-85BDC9FD1C3A}</a:tableStyleId>
              </a:tblPr>
              <a:tblGrid>
                <a:gridCol w="2370544">
                  <a:extLst>
                    <a:ext uri="{9D8B030D-6E8A-4147-A177-3AD203B41FA5}">
                      <a16:colId xmlns:a16="http://schemas.microsoft.com/office/drawing/2014/main" val="1867809500"/>
                    </a:ext>
                  </a:extLst>
                </a:gridCol>
                <a:gridCol w="2913083">
                  <a:extLst>
                    <a:ext uri="{9D8B030D-6E8A-4147-A177-3AD203B41FA5}">
                      <a16:colId xmlns:a16="http://schemas.microsoft.com/office/drawing/2014/main" val="2614844066"/>
                    </a:ext>
                  </a:extLst>
                </a:gridCol>
                <a:gridCol w="2399324">
                  <a:extLst>
                    <a:ext uri="{9D8B030D-6E8A-4147-A177-3AD203B41FA5}">
                      <a16:colId xmlns:a16="http://schemas.microsoft.com/office/drawing/2014/main" val="824520949"/>
                    </a:ext>
                  </a:extLst>
                </a:gridCol>
                <a:gridCol w="2648743">
                  <a:extLst>
                    <a:ext uri="{9D8B030D-6E8A-4147-A177-3AD203B41FA5}">
                      <a16:colId xmlns:a16="http://schemas.microsoft.com/office/drawing/2014/main" val="17940494"/>
                    </a:ext>
                  </a:extLst>
                </a:gridCol>
              </a:tblGrid>
              <a:tr h="1847850">
                <a:tc>
                  <a:txBody>
                    <a:bodyPr/>
                    <a:lstStyle/>
                    <a:p>
                      <a:pPr algn="ctr">
                        <a:lnSpc>
                          <a:spcPct val="115000"/>
                        </a:lnSpc>
                        <a:spcAft>
                          <a:spcPts val="800"/>
                        </a:spcAft>
                        <a:buNone/>
                      </a:pPr>
                      <a:r>
                        <a:rPr lang="en-GB" sz="1200" kern="100" dirty="0">
                          <a:effectLst/>
                        </a:rPr>
                        <a:t>Basic Certifications</a:t>
                      </a:r>
                    </a:p>
                    <a:p>
                      <a:pPr algn="ctr">
                        <a:lnSpc>
                          <a:spcPct val="115000"/>
                        </a:lnSpc>
                        <a:spcAft>
                          <a:spcPts val="800"/>
                        </a:spcAft>
                        <a:buNone/>
                      </a:pPr>
                      <a:r>
                        <a:rPr lang="en-GB" sz="1200" kern="100" dirty="0">
                          <a:effectLst/>
                        </a:rPr>
                        <a:t> </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200" kern="100">
                          <a:effectLst/>
                        </a:rPr>
                        <a:t>CompTIA Network+</a:t>
                      </a:r>
                    </a:p>
                    <a:p>
                      <a:pPr algn="ctr">
                        <a:lnSpc>
                          <a:spcPct val="115000"/>
                        </a:lnSpc>
                        <a:spcAft>
                          <a:spcPts val="800"/>
                        </a:spcAft>
                        <a:buNone/>
                      </a:pPr>
                      <a:r>
                        <a:rPr lang="en-GB" sz="1200" kern="100">
                          <a:effectLst/>
                        </a:rPr>
                        <a:t> </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200" kern="100">
                          <a:effectLst/>
                        </a:rPr>
                        <a:t>CompTIA Security+</a:t>
                      </a:r>
                    </a:p>
                    <a:p>
                      <a:pPr algn="ctr">
                        <a:lnSpc>
                          <a:spcPct val="115000"/>
                        </a:lnSpc>
                        <a:spcAft>
                          <a:spcPts val="800"/>
                        </a:spcAft>
                        <a:buNone/>
                      </a:pPr>
                      <a:r>
                        <a:rPr lang="en-GB" sz="1200" kern="100">
                          <a:effectLst/>
                        </a:rPr>
                        <a:t> </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200" kern="100">
                          <a:effectLst/>
                        </a:rPr>
                        <a:t>CompTIA Server+</a:t>
                      </a:r>
                    </a:p>
                    <a:p>
                      <a:pPr algn="ctr">
                        <a:lnSpc>
                          <a:spcPct val="115000"/>
                        </a:lnSpc>
                        <a:spcAft>
                          <a:spcPts val="800"/>
                        </a:spcAft>
                        <a:buNone/>
                      </a:pPr>
                      <a:r>
                        <a:rPr lang="en-GB" sz="1200" kern="100">
                          <a:effectLst/>
                        </a:rPr>
                        <a:t> </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6377933"/>
                  </a:ext>
                </a:extLst>
              </a:tr>
              <a:tr h="2180613">
                <a:tc>
                  <a:txBody>
                    <a:bodyPr/>
                    <a:lstStyle/>
                    <a:p>
                      <a:pPr algn="ctr">
                        <a:lnSpc>
                          <a:spcPct val="115000"/>
                        </a:lnSpc>
                        <a:spcAft>
                          <a:spcPts val="800"/>
                        </a:spcAft>
                        <a:buNone/>
                      </a:pPr>
                      <a:r>
                        <a:rPr lang="en-GB" sz="1200" kern="100">
                          <a:effectLst/>
                        </a:rPr>
                        <a:t>CompTIA DataSys+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200" kern="100" dirty="0">
                          <a:effectLst/>
                        </a:rPr>
                        <a:t>CompTIA Data+</a:t>
                      </a:r>
                    </a:p>
                    <a:p>
                      <a:pPr algn="ctr">
                        <a:lnSpc>
                          <a:spcPct val="115000"/>
                        </a:lnSpc>
                        <a:spcAft>
                          <a:spcPts val="800"/>
                        </a:spcAft>
                        <a:buNone/>
                      </a:pPr>
                      <a:r>
                        <a:rPr lang="en-GB" sz="1200" kern="100" dirty="0">
                          <a:effectLst/>
                        </a:rPr>
                        <a:t> </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200" kern="100">
                          <a:effectLst/>
                        </a:rPr>
                        <a:t>CompTIA Cloud+</a:t>
                      </a:r>
                    </a:p>
                    <a:p>
                      <a:pPr algn="ctr">
                        <a:lnSpc>
                          <a:spcPct val="115000"/>
                        </a:lnSpc>
                        <a:spcAft>
                          <a:spcPts val="800"/>
                        </a:spcAft>
                        <a:buNone/>
                      </a:pPr>
                      <a:r>
                        <a:rPr lang="en-GB" sz="1200" kern="100">
                          <a:effectLst/>
                        </a:rPr>
                        <a:t> </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200" kern="100" dirty="0">
                          <a:effectLst/>
                        </a:rPr>
                        <a:t>CompTIA A+</a:t>
                      </a:r>
                    </a:p>
                    <a:p>
                      <a:pPr algn="ctr">
                        <a:lnSpc>
                          <a:spcPct val="115000"/>
                        </a:lnSpc>
                        <a:spcAft>
                          <a:spcPts val="800"/>
                        </a:spcAft>
                        <a:buNone/>
                      </a:pPr>
                      <a:r>
                        <a:rPr lang="en-GB" sz="1200" kern="100" dirty="0">
                          <a:effectLst/>
                        </a:rPr>
                        <a:t> </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3168383"/>
                  </a:ext>
                </a:extLst>
              </a:tr>
            </a:tbl>
          </a:graphicData>
        </a:graphic>
      </p:graphicFrame>
      <p:pic>
        <p:nvPicPr>
          <p:cNvPr id="2056" name="Picture 17" descr="CompTIA IT Fundamentals">
            <a:extLst>
              <a:ext uri="{FF2B5EF4-FFF2-40B4-BE49-F238E27FC236}">
                <a16:creationId xmlns:a16="http://schemas.microsoft.com/office/drawing/2014/main" id="{EF27A729-911C-7C1E-9917-CACF2A213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415" y="1517650"/>
            <a:ext cx="1363662" cy="1150937"/>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12" descr="CompTIA Network+">
            <a:extLst>
              <a:ext uri="{FF2B5EF4-FFF2-40B4-BE49-F238E27FC236}">
                <a16:creationId xmlns:a16="http://schemas.microsoft.com/office/drawing/2014/main" id="{37F8AB2F-3B73-190F-651B-13F8FA43E5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2223" y="1521617"/>
            <a:ext cx="1554162" cy="129121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15" descr="CompTIA Security+">
            <a:extLst>
              <a:ext uri="{FF2B5EF4-FFF2-40B4-BE49-F238E27FC236}">
                <a16:creationId xmlns:a16="http://schemas.microsoft.com/office/drawing/2014/main" id="{F25B9689-1ABE-93A7-9775-BB3C4D1528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8435" y="1561306"/>
            <a:ext cx="1379537" cy="1150937"/>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16" descr="CompTIA Server+">
            <a:extLst>
              <a:ext uri="{FF2B5EF4-FFF2-40B4-BE49-F238E27FC236}">
                <a16:creationId xmlns:a16="http://schemas.microsoft.com/office/drawing/2014/main" id="{A656E91B-F8B9-96DC-01BC-7B6B8550B3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2423" y="1381125"/>
            <a:ext cx="1554162" cy="128746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1" descr="Data+ Logo">
            <a:extLst>
              <a:ext uri="{FF2B5EF4-FFF2-40B4-BE49-F238E27FC236}">
                <a16:creationId xmlns:a16="http://schemas.microsoft.com/office/drawing/2014/main" id="{A158F064-5D05-4D36-C36C-F10D9527C5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6034" y="3314700"/>
            <a:ext cx="1963722" cy="163109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7" descr="CompTIA Cloud+">
            <a:extLst>
              <a:ext uri="{FF2B5EF4-FFF2-40B4-BE49-F238E27FC236}">
                <a16:creationId xmlns:a16="http://schemas.microsoft.com/office/drawing/2014/main" id="{9348171F-9C9A-49DB-CD54-EB7DB3E9CE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1799" y="3429000"/>
            <a:ext cx="1877211" cy="1562834"/>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6" descr="CompTIA A+">
            <a:extLst>
              <a:ext uri="{FF2B5EF4-FFF2-40B4-BE49-F238E27FC236}">
                <a16:creationId xmlns:a16="http://schemas.microsoft.com/office/drawing/2014/main" id="{734D1328-26C0-9291-7E91-34011537829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2710" y="3429001"/>
            <a:ext cx="1839505" cy="153511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10" descr="DataSys Logo">
            <a:extLst>
              <a:ext uri="{FF2B5EF4-FFF2-40B4-BE49-F238E27FC236}">
                <a16:creationId xmlns:a16="http://schemas.microsoft.com/office/drawing/2014/main" id="{40CD500D-4621-DD7B-AD3A-4773C0B1A54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5022" y="3429000"/>
            <a:ext cx="1664447" cy="1387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261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565</Words>
  <Application>Microsoft Office PowerPoint</Application>
  <PresentationFormat>Widescreen</PresentationFormat>
  <Paragraphs>65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CiscoSans</vt:lpstr>
      <vt:lpstr>Wingdings</vt:lpstr>
      <vt:lpstr>Office Theme</vt:lpstr>
      <vt:lpstr>PowerPoint Presentation</vt:lpstr>
      <vt:lpstr>Professional Associations for Computer Networking </vt:lpstr>
      <vt:lpstr>Professional Associations for Computer Networking </vt:lpstr>
      <vt:lpstr>Benefits of Professional Associations </vt:lpstr>
      <vt:lpstr>CCNA 200-301 Exam (source: https://www.cisco.com/site/us/en/learn/training-certifications/exams/ccna.html)</vt:lpstr>
      <vt:lpstr>Certifications exams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Godwin Idoje</dc:creator>
  <cp:lastModifiedBy>Godwin Idoje</cp:lastModifiedBy>
  <cp:revision>1</cp:revision>
  <dcterms:created xsi:type="dcterms:W3CDTF">2025-08-17T02:49:00Z</dcterms:created>
  <dcterms:modified xsi:type="dcterms:W3CDTF">2025-08-17T04:20:28Z</dcterms:modified>
</cp:coreProperties>
</file>